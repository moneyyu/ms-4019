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984" y="31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B2776-B13D-4B86-B39F-6A54F2D49E5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144F5-7407-4A6D-8C3E-41ABE8E0A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9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【提示小卡｜Excel Copilot】</a:t>
            </a:r>
          </a:p>
          <a:p>
            <a:r>
              <a:t>1) 盤點欄位：</a:t>
            </a:r>
          </a:p>
          <a:p>
            <a:r>
              <a:t>「請列出此活頁簿所有工作表與主要欄位、資料列數，並指出是否有空值或全 0 列。」</a:t>
            </a:r>
          </a:p>
          <a:p>
            <a:endParaRPr/>
          </a:p>
          <a:p>
            <a:r>
              <a:t>2) 建立彙總與指標：</a:t>
            </a:r>
          </a:p>
          <a:p>
            <a:r>
              <a:t>「以『商店編號』為粒度建立彙總表，新增：</a:t>
            </a:r>
          </a:p>
          <a:p>
            <a:r>
              <a:t>- 折扣占比 = (mo幣折抵 + mo抵用券) / 貨款</a:t>
            </a:r>
          </a:p>
          <a:p>
            <a:r>
              <a:t>- 手續費占比 = (A手續費+…+J手續費) / 貨款</a:t>
            </a:r>
          </a:p>
          <a:p>
            <a:r>
              <a:t>- 淨收 = 貨款 - (mo幣折抵 + mo抵用券) - (所有手續費)</a:t>
            </a:r>
          </a:p>
          <a:p>
            <a:r>
              <a:t>輸出前10與後10商店清單，並建立條形圖與『折扣占比 vs 手續費占比』雷達圖（Top5/Bottom5）。」</a:t>
            </a:r>
          </a:p>
          <a:p>
            <a:endParaRPr/>
          </a:p>
          <a:p>
            <a:r>
              <a:t>3) 異常偵測：</a:t>
            </a:r>
          </a:p>
          <a:p>
            <a:r>
              <a:t>「在彙總表加入『異常』欄：若折扣占比或手續費占比 &gt; 0.3 則標記『是』，並以紅底標示。」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【提示小卡｜Word Copilot】</a:t>
            </a:r>
          </a:p>
          <a:p>
            <a:r>
              <a:t>「根據貼上的彙總表與圖表，撰寫 150 字內的週報管理摘要：</a:t>
            </a:r>
          </a:p>
          <a:p>
            <a:r>
              <a:t>- 亮點 2 點、風險 2 點</a:t>
            </a:r>
          </a:p>
          <a:p>
            <a:r>
              <a:t>- 下週行動建議 3 項（條列）</a:t>
            </a:r>
          </a:p>
          <a:p>
            <a:r>
              <a:t>語氣：專業、中文（繁體）。」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【提示小卡｜Loop Copilot】</a:t>
            </a:r>
          </a:p>
          <a:p>
            <a:r>
              <a:t>「請將『異常商店一覽』轉成任務清單：</a:t>
            </a:r>
          </a:p>
          <a:p>
            <a:r>
              <a:t>欄位＝商店編號｜問題說明｜負責人｜到期日（下週五）｜備註。</a:t>
            </a:r>
          </a:p>
          <a:p>
            <a:r>
              <a:t>並根據彙總數據自動填入『問題說明』草案。」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【提示小卡｜PowerPoint Copilot】</a:t>
            </a:r>
          </a:p>
          <a:p>
            <a:r>
              <a:t>1) 建立初稿：</a:t>
            </a:r>
          </a:p>
          <a:p>
            <a:r>
              <a:t>「建立 10 張投影片的〈Momoshop 營運與客戶獲利週報〉。</a:t>
            </a:r>
          </a:p>
          <a:p>
            <a:r>
              <a:t>來源：1) 這份 Word 摘要（插入連結） 2) 這兩個 Excel 視覺（Top/Bottom、雷達）</a:t>
            </a:r>
          </a:p>
          <a:p>
            <a:r>
              <a:t>結構：標題、議程、門店洞察×2、綜合觀察、行動建議、下一步、Q&amp;A。</a:t>
            </a:r>
          </a:p>
          <a:p>
            <a:r>
              <a:t>語氣：專業、中文（繁體）；每張附 1 句講者備忘。」</a:t>
            </a:r>
          </a:p>
          <a:p>
            <a:endParaRPr/>
          </a:p>
          <a:p>
            <a:r>
              <a:t>2) 插入/連結 Excel 視覺：</a:t>
            </a:r>
          </a:p>
          <a:p>
            <a:r>
              <a:t>「把『Top/Bottom 門店條形圖』與『雷達圖』插到對應章節，與資料來源維持連結，並於圖下生成 2 句圖表解讀。」</a:t>
            </a:r>
          </a:p>
          <a:p>
            <a:endParaRPr/>
          </a:p>
          <a:p>
            <a:r>
              <a:t>3) 敘事與版面優化：</a:t>
            </a:r>
          </a:p>
          <a:p>
            <a:r>
              <a:t>「將本頁條列改為『問題→洞察→建議』結構，每點 ≤ 14 字；統一品牌色系與圖例位置。」</a:t>
            </a:r>
          </a:p>
          <a:p>
            <a:endParaRPr/>
          </a:p>
          <a:p>
            <a:r>
              <a:t>4) 講者備忘＋手冊：</a:t>
            </a:r>
          </a:p>
          <a:p>
            <a:r>
              <a:t>「為每張投影片補齊 2–3 句講者備忘，並產出 1 頁會後摘要（Handout）。」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【提示小卡｜Excel Copilot】</a:t>
            </a:r>
          </a:p>
          <a:p>
            <a:r>
              <a:t>「在〈原始資料〉新增：銷售額＝數量*單價；毛利＝數量*(單價-成本價)；</a:t>
            </a:r>
          </a:p>
          <a:p>
            <a:r>
              <a:t>毛利率＝(單價-成本價)/單價。按『發票抬頭』分群，列出毛利率&lt;0 的商品清單與 Top10 風險客戶頁。」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【提示小卡】</a:t>
            </a:r>
          </a:p>
          <a:p>
            <a:r>
              <a:t>Excel：「建立每家商店 KPI 卡並輸出 Top5/Bottom5；建立『費用率±10%』情境分析表與折線圖。」</a:t>
            </a:r>
          </a:p>
          <a:p>
            <a:r>
              <a:t>Word：「生成 120 字內的快報開場白＋ 2 條建議（中文繁體、條列）。」</a:t>
            </a:r>
          </a:p>
          <a:p>
            <a:r>
              <a:t>PPT（可選）：「把摘要與兩張圖表整理成 4–6 張投影片，每張附 1 句講者備忘。」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【提示小卡】</a:t>
            </a:r>
          </a:p>
          <a:p>
            <a:r>
              <a:t>Excel：「彙總銷售額、毛利、平均毛利率，輸出負毛利商品與 Top10 風險客戶；再依廠商輸出問題商品。」</a:t>
            </a:r>
          </a:p>
          <a:p>
            <a:r>
              <a:t>Word：「主旨＋現況3點＋數據依據＋建議（調價/換品/包裝），200 字內。」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【提示小卡｜Agent Instructions】</a:t>
            </a:r>
          </a:p>
          <a:p>
            <a:r>
              <a:t>「你是『Momoshop 營運助理』。僅依據提供的 Excel/Word/PPT 作答；</a:t>
            </a:r>
          </a:p>
          <a:p>
            <a:r>
              <a:t>固定輸出：〔結論3–5點〕＋〔引用來源：檔名/工作表/頁碼/欄位〕＋〔下一步建議〕；</a:t>
            </a:r>
          </a:p>
          <a:p>
            <a:r>
              <a:t>語氣專業、中文（繁體）；避免臆測。」</a:t>
            </a:r>
          </a:p>
          <a:p>
            <a:endParaRPr/>
          </a:p>
          <a:p>
            <a:r>
              <a:t>【測試題庫】</a:t>
            </a:r>
          </a:p>
          <a:p>
            <a:r>
              <a:t>① 列出折扣占比最高的 5 家商店與可能原因（附來源）。</a:t>
            </a:r>
          </a:p>
          <a:p>
            <a:r>
              <a:t>② 針對「生活有限公司」列出毛利率&lt;0 的商品與 3 點改善建議（附來源）。</a:t>
            </a:r>
          </a:p>
          <a:p>
            <a:r>
              <a:t>③ 為週會寫 120 字開場白（含門店/法人洞察與兩個下一步）。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【提示小卡｜Teams Copilot】</a:t>
            </a:r>
          </a:p>
          <a:p>
            <a:r>
              <a:t>「請用 5 句內總結今日門店與法人洞察，@採購 與 @營運 召集明早 15 分 stand‑up，</a:t>
            </a:r>
          </a:p>
          <a:p>
            <a:r>
              <a:t>並附上 Loop 任務與今日簡報 Deck 連結。」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94B3-584A-5031-A36F-7C868B131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B3F31-3295-6222-4D26-75E9677FD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AE29-A449-DC4D-0AA8-F137F779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11620-870C-32EA-698D-7FADBD50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340B0-0040-6E64-BC54-C844470E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0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196-B164-9FDD-D9AB-B4C99C1F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9412-FBF8-4C6A-48DC-FD9E1104E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0C8CE-CC27-0A2D-7141-9BD554AE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E8316-1914-0888-FD5A-736ABCF3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F83C5-2343-A702-B860-320041ED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0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EC47-3595-2BA7-30D2-920B6680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32EA-F08F-62FE-DCDB-6C34BC06C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388C-60E4-76E3-D99D-EF38C2DA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7FB78-3B2D-35E0-B850-8E3D495B2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66A85-3242-BF3B-E5EF-51F9D7E3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2233-EC6D-6A91-A105-237F4A47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FC6F-FA75-46C7-3A64-AFAB544BD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C3E12-3425-F68E-139D-A6A9A6A4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FBD6-38B1-C6B4-A58F-E11273BC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BDE63-41AD-B846-6760-1F3D85C5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5AB0A-7168-A691-5108-840C4D9C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7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0736-1D03-A3BA-A6B9-57600684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29F3-75C8-9CF0-1875-E1FF5677D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B8114-9717-B4C9-4484-ADBF6898D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53D72-D9DA-3C9A-7366-C43D2C1F1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A43AD-6D6C-B70E-167F-3001E88F4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4E85F-1547-C341-0DEF-410E2A2F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B1A4B-8D7D-DABE-6F07-DD4ADFD2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560DC-FA06-EC59-F775-036EB9AA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126D-B206-C271-9C6B-C1A0F55E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24679-FB07-8F20-7E5E-72F9D45B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8CAB2-B668-877E-BC47-1A818DB7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7E5EE-ABA0-58A6-264F-3F9B685A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3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54B52-305A-1F86-E587-D3E74B7E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2FC39-82F2-5AD2-DB49-36A75B1E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45ADD-4805-DA36-91AE-686575E3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1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045D-CE0D-8B02-BF08-828995BF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E8C0-0637-2E7E-D728-30CC760E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3AFB1-2964-B712-F9B6-96FB192F9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B6B34-59B0-8BC9-A866-4FC40833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FA7FD-C726-6450-CA70-D098DA25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0FF23-46F9-CC1C-B611-72C20C30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1469-2A83-6F4E-6C0F-076B478C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A56B9-C62B-6069-9B42-66B835D8A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6D0EE-FCDB-7A0E-7AA5-FFFB940DD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4426A-78CF-335C-D69D-EA81FDC6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E1A96-6B9D-4112-F299-9C049BBD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5D54F-AD75-D0B9-9D4B-EC2E6065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0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9D61-8988-9091-4F52-BE42E1D6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B11EC-7354-D126-FB05-AECA34B41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1998D-85D1-CED1-EE8D-7D537829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C407A-C0D3-EB34-953F-86EB2D99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C2072-4FEA-78C3-78E9-B9E595AB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D896D-7425-295A-DA03-719FBED2F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EBA6D-EE79-93A2-CF4A-6C454966D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9C6C-793F-FBD2-AF3C-64961651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B7EA3-6DED-79B7-754C-971F723D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79379-E0B5-9A32-B293-FB9701D4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2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18355-CF5C-5D9E-B06E-39F93ED5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5EC92-E3FA-842E-5463-E065C6CAD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786F4-8D6E-A8F5-A06B-7D4653FDB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A0E76-23BD-F9F5-9BCA-36BA43018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1B85A-A78F-8E98-189D-B94806283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0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Momoshop MS-4019：M365 Copilot 實戰＋Copilot Chat Agent（講師版）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講師：Money Yu  ｜ 總長 180 分（含兩次 15 分休息）｜ 版本：2025-09-09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課程目標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用實際資料演示：Excel → Word → Loop → PowerPoint → Copilot Chat Agent 閉環</a:t>
            </a:r>
          </a:p>
          <a:p>
            <a:r>
              <a:t>每位學員完成：1 份管理摘要 + 1 個可用的 Agent 雛型 + 任務追蹤板</a:t>
            </a:r>
          </a:p>
          <a:p>
            <a:r>
              <a:t>示範可複製的提示語（Prompt）與風險備援（欄位不匹配、樣式跑版等)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全時序與模組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00:00–00:10　開場與情境（10 分）</a:t>
            </a:r>
          </a:p>
          <a:p>
            <a:r>
              <a:t>00:10–01:00　Demo 串接（50 分）：Excel(商店)→Word→Loop→PowerPoint→Excel(法人)</a:t>
            </a:r>
          </a:p>
          <a:p>
            <a:r>
              <a:t>01:00–01:15　休息 #1（15 分）</a:t>
            </a:r>
          </a:p>
          <a:p>
            <a:r>
              <a:t>01:15–02:05　Hands‑on（50 分）：營運快報／法人風險（可選 PPT 小樣）</a:t>
            </a:r>
          </a:p>
          <a:p>
            <a:r>
              <a:t>02:05–02:20　休息 #2（15 分）</a:t>
            </a:r>
          </a:p>
          <a:p>
            <a:r>
              <a:t>02:20–02:55　Copilot Chat Agent（35 分，含 Teams 匯報 5 分）</a:t>
            </a:r>
          </a:p>
          <a:p>
            <a:r>
              <a:t>02:55–03:00　收尾（5 分)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Demo‑1 | Excel（商店）— 營運總覽與異常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資料：商店報表分析_範例.xls（商店編號、mo 幣折抵、mo 抵用券、貨款、A–J 手續費…）</a:t>
            </a:r>
          </a:p>
          <a:p>
            <a:r>
              <a:t>目標：建立彙總（折扣占比／手續費占比／淨收）、異常偵測與圖表</a:t>
            </a:r>
          </a:p>
          <a:p>
            <a:r>
              <a:t>產出：Top/Bottom 清單、條形圖、雷達圖、異常清單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Demo‑2 | Word — 管理摘要 1 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資料：從 Excel 複製 Top/Bottom 與異常表貼到 Word</a:t>
            </a:r>
          </a:p>
          <a:p>
            <a:r>
              <a:t>目標：用 Copilot 生成 150 字管理摘要（亮點/風險/行動）</a:t>
            </a:r>
          </a:p>
          <a:p>
            <a:r>
              <a:t>產出：週報摘要段落（中文繁體）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Demo‑3 | Loop — 把異常轉任務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資料：異常商店一覽</a:t>
            </a:r>
          </a:p>
          <a:p>
            <a:r>
              <a:t>目標：將異常轉為任務清單，設定負責人與到期日</a:t>
            </a:r>
          </a:p>
          <a:p>
            <a:r>
              <a:t>產出：Loop 任務板（可共編）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Demo‑4 | PowerPoint — 生成 Deck v1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輸入：Word 摘要 + Excel 視覺（條形圖、雷達圖）</a:t>
            </a:r>
          </a:p>
          <a:p>
            <a:r>
              <a:t>目標：用 Copilot 一鍵生成 8–10 張 Deck v1（附講者備忘）</a:t>
            </a:r>
          </a:p>
          <a:p>
            <a:r>
              <a:t>產出：品牌一致的投影片初稿 + Handout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Demo‑5 | Excel（法人）— 負毛利點題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資料：法人大量訂購資料_範例.xlsx（原始資料）</a:t>
            </a:r>
          </a:p>
          <a:p>
            <a:r>
              <a:t>目標：建立毛利率欄位，輸出負毛利清單與風險客戶 Top10</a:t>
            </a:r>
          </a:p>
          <a:p>
            <a:r>
              <a:t>產出：客戶風險頁與商品清單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Hands‑on | Lab‑A 營運快報（25 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Excel：建立 KPI 卡（淨收、折扣占比、手續費占比、異常）與情境分析（±10%）</a:t>
            </a:r>
          </a:p>
          <a:p>
            <a:r>
              <a:t>Word：生成 120 字快報開場白 + 2 條建議</a:t>
            </a:r>
          </a:p>
          <a:p>
            <a:r>
              <a:t>（可選）PPT：將摘要與 2 張圖表生成 4–6 張小型簡報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Hands‑on | Lab‑B 法人風險（25 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Excel：按「發票抬頭」彙總，輸出負毛利商品與 Top10 風險客戶</a:t>
            </a:r>
          </a:p>
          <a:p>
            <a:r>
              <a:t>Excel：按「廠商名稱」彙總，輸出平均毛利率&lt;10% 的前三個問題商品</a:t>
            </a:r>
          </a:p>
          <a:p>
            <a:r>
              <a:t>Word：生成對供應商溝通草稿（200 字內）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Chat Agent（35 分）— 建立與測試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環境：已啟用 Copilot Chat Agents（以 SharePoint 資料夾作為知識來源）</a:t>
            </a:r>
          </a:p>
          <a:p>
            <a:r>
              <a:t>設定：名稱、Knowledge（兩份 Excel + Word/PPT）、Style &amp; Safety（中文繁體＋引用）</a:t>
            </a:r>
          </a:p>
          <a:p>
            <a:r>
              <a:t>測試：商店 Top5 折扣占比、法人負毛利清單、120 字週會開場白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Teams 匯報（穿插 5 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 #營運 或 #客服 頻道貼上 Word 摘要與 Loop 任務連結</a:t>
            </a:r>
          </a:p>
          <a:p>
            <a:r>
              <a:t>使用 Copilot 生成 5 句內匯報，@採購 與 @營運 召集 15 分 stand‑up</a:t>
            </a:r>
          </a:p>
          <a:p>
            <a:r>
              <a:t>附上今日 Deck 連結與兩張關鍵圖表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風險控管與備援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欄位/表名不一致：先請 Copilot 列欄位並建議對映，再套公式/樞紐</a:t>
            </a:r>
          </a:p>
          <a:p>
            <a:r>
              <a:t>PPT 主題跑版：指令「改用公司主題名稱重新排版並對齊標題高度」</a:t>
            </a:r>
          </a:p>
          <a:p>
            <a:r>
              <a:t>Agent 未附來源：在指令中強制「一律附檔名/工作表/頁碼/欄位」後再生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歡迎提問與情境客製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1102</Words>
  <Application>Microsoft Office PowerPoint</Application>
  <PresentationFormat>Widescreen</PresentationFormat>
  <Paragraphs>115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Momoshop MS-4019：M365 Copilot 實戰＋Copilot Chat Agent（講師版）</vt:lpstr>
      <vt:lpstr>課程目標</vt:lpstr>
      <vt:lpstr>全時序與模組</vt:lpstr>
      <vt:lpstr>Demo‑1 | Excel（商店）— 營運總覽與異常</vt:lpstr>
      <vt:lpstr>Demo‑2 | Word — 管理摘要 1 頁</vt:lpstr>
      <vt:lpstr>Demo‑3 | Loop — 把異常轉任務</vt:lpstr>
      <vt:lpstr>Demo‑4 | PowerPoint — 生成 Deck v1</vt:lpstr>
      <vt:lpstr>Demo‑5 | Excel（法人）— 負毛利點題</vt:lpstr>
      <vt:lpstr>Hands‑on | Lab‑A 營運快報（25 分）</vt:lpstr>
      <vt:lpstr>Hands‑on | Lab‑B 法人風險（25 分）</vt:lpstr>
      <vt:lpstr>Copilot Chat Agent（35 分）— 建立與測試</vt:lpstr>
      <vt:lpstr>Teams 匯報（穿插 5 分）</vt:lpstr>
      <vt:lpstr>風險控管與備援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Money Yu</cp:lastModifiedBy>
  <cp:revision>2</cp:revision>
  <dcterms:created xsi:type="dcterms:W3CDTF">2013-01-27T09:14:16Z</dcterms:created>
  <dcterms:modified xsi:type="dcterms:W3CDTF">2025-09-09T00:59:32Z</dcterms:modified>
  <cp:category/>
</cp:coreProperties>
</file>